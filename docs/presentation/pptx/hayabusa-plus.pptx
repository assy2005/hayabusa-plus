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 (約 8,000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 (約 8,000 行)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8600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6426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99923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file: loldrivers.txt   # 悪い指紋 1,929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35584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7124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0690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 ↑ 追加した新しい文法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2569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519379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ログ 1 件ごとにリスト 8 万件と照合しても速度が落ちない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59612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よう、起動時に一度だけ読み込んで記憶する設計 (Rust)。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 約 8,000 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CADCFC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約8,000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結果を読み解く GUI を
ゼロから開発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