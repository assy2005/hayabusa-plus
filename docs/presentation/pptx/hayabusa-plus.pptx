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0" b="0" i="0">
                <a:solidFill>
                  <a:srgbClr val="CADCFC"/>
                </a:solidFill>
                <a:latin typeface="Calibri"/>
              </a:rPr>
              <a:t>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96012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FFFFFF"/>
                </a:solidFill>
                <a:latin typeface="Cambria"/>
              </a:rPr>
              <a:t>hayabusa-plus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1">
                <a:solidFill>
                  <a:srgbClr val="CADCFC"/>
                </a:solidFill>
                <a:latin typeface="Cambria"/>
              </a:rPr>
              <a:t>サイバー攻撃の痕跡を、誰でも読めるように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CADCFC"/>
                </a:solidFill>
                <a:latin typeface="Calibri"/>
              </a:rPr>
              <a:t>Windows のログから「何が起きたのか」を、ブラウザの画面で見える形にしました。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5029200"/>
            <a:ext cx="5486400" cy="77724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029200"/>
            <a:ext cx="54864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📦 ダウンロードして展開するだけで、すぐ使えます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CADCFC"/>
                </a:solidFill>
                <a:latin typeface="Consolas"/>
              </a:rPr>
              <a:t>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01  でも...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02  hayabusa-plus 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それを、ブラウザで見える形にしました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48463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562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🖥️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5623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ブラウザだけで完結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8600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データは外部に送りません。
手元の PC の中だけで動きます。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48463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5643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ダウンロードしてすぐ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zip を展開してダブルクリック。
難しいインストールは不要。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56631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無料・公開ソフト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86400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GitHub で公開中。
誰でも自由に使えます。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4592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291072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— 検出結果の全体像が一目で分かります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03  かんたん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使い方は、たった 3 ステップ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42062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10312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562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ログを選ぶ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860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「このパソコンを検査」を
押すだけでも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91840"/>
            <a:ext cx="42062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77240" y="370332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5643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スキャンする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862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ボタン 1 つで自動チェック。
進み具合も % で見えます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20624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5303520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56631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結果を見る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8640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気になる項目をクリックすると
意味と対応方法が日本語で</a:t>
            </a:r>
          </a:p>
        </p:txBody>
      </p:sp>
      <p:pic>
        <p:nvPicPr>
          <p:cNvPr id="20" name="Picture 19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2186" y="1783080"/>
            <a:ext cx="6474866" cy="443484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120640" y="6291072"/>
            <a:ext cx="6537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起動するとこの画面。専門用語も画面の中で説明します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04  機能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「どこから調べるべきか」が分かる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F2937"/>
                </a:solidFill>
                <a:latin typeface="Calibri"/>
              </a:rPr>
              <a:t>会社のすべての PC 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F2937"/>
                </a:solidFill>
                <a:latin typeface="Cambria"/>
              </a:rPr>
              <a:t>「危険度」順に並べます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「どの PC から手を付ければいいか」が、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03320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2563EB"/>
                </a:solidFill>
                <a:latin typeface="Calibri"/>
              </a:rPr>
              <a:t>一目で分かります。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5212080" cy="15544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7548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💡 危険度は過去の検出履歴から自動計算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663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重大なものほど高く、最近のものほど高く。
「誤検知だった」という判定は引き下げます。</a:t>
            </a:r>
          </a:p>
        </p:txBody>
      </p:sp>
      <p:pic>
        <p:nvPicPr>
          <p:cNvPr id="12" name="Picture 11" descr="hosts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706561"/>
            <a:ext cx="5623560" cy="2542157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6035040" y="6291072"/>
            <a:ext cx="5623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— 危険度バー付きでランキング表示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05  機能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「何が起きているか」が分かる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F2937"/>
                </a:solidFill>
                <a:latin typeface="Calibri"/>
              </a:rPr>
              <a:t>怪しい動きが見つかったら、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F2937"/>
                </a:solidFill>
                <a:latin typeface="Cambria"/>
              </a:rPr>
              <a:t>クリックするだけで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2563EB"/>
                </a:solidFill>
                <a:latin typeface="Cambria"/>
              </a:rPr>
              <a:t>意味と対応方法を表示します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7763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従来は専門家が翻訳していた情報を、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日本語の解説でその場で表示します。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035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💡 「次にすべきこと」も提示するので、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6235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    初心者でも調査の進め方が分かります。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737360"/>
            <a:ext cx="4983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737360"/>
            <a:ext cx="73152" cy="4572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9019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DC2626"/>
                </a:solidFill>
                <a:latin typeface="Consolas"/>
              </a:rPr>
              <a:t>[重大]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847088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1F2937"/>
                </a:solidFill>
                <a:latin typeface="Cambria"/>
              </a:rPr>
              <a:t>ID 情報の不正取得を検知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423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D4ED8"/>
                </a:solidFill>
                <a:latin typeface="Calibri"/>
              </a:rPr>
              <a:t>📋 何を検知?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889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本来アクセスしてはいけない、パスワード情報の
メモリ領域へのアクセスが行われた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749039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D4ED8"/>
                </a:solidFill>
                <a:latin typeface="Calibri"/>
              </a:rPr>
              <a:t>⚠ 重要度の意味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411480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今すぐ確認が必要なレベル。
攻撃が成功している可能性大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50749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D4ED8"/>
                </a:solidFill>
                <a:latin typeface="Calibri"/>
              </a:rPr>
              <a:t>→ 次にすべきこと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44068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1. 該当 PC をネットから切断
2. 直前の操作履歴を確認
3. パスワードの一斉変更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06  機能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「いつもと違う」を見つける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個別のログが普通でも、全体の傾向で「おかしさ」を検出します。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3063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3063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3063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3063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08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3063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3063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08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3063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3063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0896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2356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54480" y="5623560"/>
            <a:ext cx="356616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💡 実例:  ある PC で疑わしい動きが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60" y="5623560"/>
            <a:ext cx="22860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 i="0">
                <a:solidFill>
                  <a:srgbClr val="1D4ED8"/>
                </a:solidFill>
                <a:latin typeface="Cambria"/>
              </a:rPr>
              <a:t>いつもの 2,492 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5623560"/>
            <a:ext cx="3840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発生していたのを自動検出。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07  機能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④  世界中の「悪いものリスト」と自動照合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セキュリティ研究者が日々まとめている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1F2937"/>
                </a:solidFill>
                <a:latin typeface="Cambria"/>
              </a:rPr>
              <a:t>「既知の悪いもの」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1D4ED8"/>
                </a:solidFill>
                <a:latin typeface="Calibri"/>
              </a:rPr>
              <a:t>を 自動で取り込みます。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もしあなたの PC でそれらに該当する動きがあれば、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976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DC2626"/>
                </a:solidFill>
                <a:latin typeface="Calibri"/>
              </a:rPr>
              <a:t>即座に警告します。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💡 リストはボタン一発、または自動で更新。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    常に最新の脅威情報で守られます。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737360"/>
            <a:ext cx="4983480" cy="4572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1737360"/>
            <a:ext cx="73152" cy="4572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現在の取り込み実績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33172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8800" b="1" i="0">
                <a:solidFill>
                  <a:srgbClr val="1D4ED8"/>
                </a:solidFill>
                <a:latin typeface="Cambria"/>
              </a:rPr>
              <a:t>約 8 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84048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件の「既知の悪」を保持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57200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• 攻撃に使われる URL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4572000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約 78,000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495604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• 悪性プログラムの指紋 (ハッシュ)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956048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約 2,500 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5340096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• 乗っ取りに悪用されるドライバ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534009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約 1,900 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08  new!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最近のアップデート — もっと「誰でも使える」へ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92808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2024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画面を全面リニューアル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2316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明るく親しみやすいデザインに一新。
ホーム画面の 3 ステップガイドと
用語のその場解説で、初めてでも迷いません。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92808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59" y="192024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スキャンの進み具合が見える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59" y="242316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「あと何 %・残り何秒」を表示。
長いスキャンも安心して待てます。
途中でやめる「中止」ボタンも付きました。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24528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5196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履歴のお掃除機能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5488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要らなくなったスキャン結果を
ワンクリックで削除。
「すべて消去」でまっさらにもできます。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023360"/>
            <a:ext cx="5486400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023360"/>
            <a:ext cx="73152" cy="21031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4224528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0" i="0">
                <a:solidFill>
                  <a:srgbClr val="2563EB"/>
                </a:solidFill>
                <a:latin typeface="Calibri"/>
              </a:rP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425196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ダウンロードしてすぐ使える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4754880"/>
            <a:ext cx="4251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必要なもの全部入りの zip を配布開始。
展開して start.ps1 を実行するだけ。
難しい準備は一切不要になりました。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D4ED8"/>
                </a:solidFill>
                <a:latin typeface="Calibri"/>
              </a:rPr>
              <a:t>最新版 v0.1.1 を GitHub の Releases で公開中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09  規模感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数字で見ると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73152" cy="3657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97480"/>
            <a:ext cx="236829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1D4ED8"/>
                </a:solidFill>
                <a:latin typeface="Cambria"/>
              </a:rPr>
              <a:t>約5,000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920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5B6472"/>
                </a:solidFill>
                <a:latin typeface="Calibri"/>
              </a:rPr>
              <a:t>検知ルールを同梱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19456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194560"/>
            <a:ext cx="73152" cy="36576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697480"/>
            <a:ext cx="236829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EA580C"/>
                </a:solidFill>
                <a:latin typeface="Cambria"/>
              </a:rPr>
              <a:t>約8万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48920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5B6472"/>
                </a:solidFill>
                <a:latin typeface="Calibri"/>
              </a:rPr>
              <a:t>既知の悪いものリスト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19456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2194560"/>
            <a:ext cx="73152" cy="365760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697480"/>
            <a:ext cx="236829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CA8A04"/>
                </a:solidFill>
                <a:latin typeface="Cambria"/>
              </a:rPr>
              <a:t>30+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mbria"/>
              </a:rPr>
              <a:t>種類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5B6472"/>
                </a:solidFill>
                <a:latin typeface="Calibri"/>
              </a:rPr>
              <a:t>対応する攻撃の手口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2194560"/>
            <a:ext cx="269748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2194560"/>
            <a:ext cx="73152" cy="3657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697480"/>
            <a:ext cx="2368296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16A34A"/>
                </a:solidFill>
                <a:latin typeface="Cambria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4023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mbria"/>
              </a:rPr>
              <a:t>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4892040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0" i="0">
                <a:solidFill>
                  <a:srgbClr val="5B6472"/>
                </a:solidFill>
                <a:latin typeface="Calibri"/>
              </a:rPr>
              <a:t>追加で必要なソフト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1">
                <a:solidFill>
                  <a:srgbClr val="5B6472"/>
                </a:solidFill>
                <a:latin typeface="Calibri"/>
              </a:rPr>
              <a:t>個人で開発、すべて公開しています。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GitHub で公開中 — 今日から試せます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Releases から zip をダウンロード → 展開 → start.ps1 を実行するだけ。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どなたでも自由にお使いいただけます (OSS)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