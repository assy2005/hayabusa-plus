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 (約 8,000 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 (約 8,000 行)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48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8950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- name: lol_drivers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141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  file: loldrivers.txt  # 悪い指紋 1,929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53872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863339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1879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↑ 追加した新しい文法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5125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1755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この「悪い指紋リスト」は世界中の研究者が集めた公開情報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(例: loldrivers.io の悪用ドライバ一覧)。出どころと処理の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8613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流れは次ページで説明します。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開発内容① の中身   (内部フロー)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lookup の内部フロー — リストはどこから来て、どう照合されるか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具体例: 「悪用される脆弱ドライバの読み込み (BYOVD)」を検知するまでの流れ。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loldrivers.io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世界中の研究者が集めた
「悪用される脆弱ドライバ」の
ハッシュ一覧 (誰でも入手可・無料)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出どころ (Source)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03904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取得して整形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CSV を取得し、1 行 1 ハッシュの
テキストに変換して保存する
(GUI のボタン 1 つで実行)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→ loldrivers.txt (1,929 件)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71231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起動時に記憶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エンジン起動時に一度だけ読み込み、
メモリ上の高速な表に保持する
(RwLock&lt;HashMap&gt;)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Rust・読み込みは起動時の 1 回だけ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97880" y="4069080"/>
            <a:ext cx="411480" cy="384048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1D4ED8"/>
                </a:solidFill>
                <a:latin typeface="Calibri"/>
              </a:rPr>
              <a:t>スキャン実行中 — ログを 1 件ずつ処理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0" y="45262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ログ 1 件ごとに照合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Sysmon EID 6 (ドライバ読込) の
ハッシュを、記憶した表と突合。
1 件あたりほぼ一瞬 (O(1))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650992" y="502920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DC2626"/>
                </a:solidFill>
                <a:latin typeface="Calibri"/>
              </a:rPr>
              <a:t>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DC2626"/>
                </a:solidFill>
                <a:latin typeface="Cambria"/>
              </a:rPr>
              <a:t>一致したら critical 通知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既知の悪用ドライバが読み込まれた
= BYOVD 攻撃の痕跡。
最高レベル (critical) で警告。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ポイント:  リストが何万件に増えても照合速度は一定。ルール本文は 1 行のまま、リスト側を更新するだけで最新の脅威に追従できる。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開発内容② の中身   (検知のしくみ)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ルールが実際に「見ている」もの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攻撃者が必ず行う「証拠隠し・準備」を、ログのどの項目で捕まえているか。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検知する行為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見るログ (種類)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385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注目する手がかり (ログの項目)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9385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ひとこと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86000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414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86000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 / Security 4688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…\wevtutil.exe
CommandLine:  " cl " (=消去)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286000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消すコマンド
自体がログに残る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72968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172968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850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172968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172968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…\vssadmin.exe 等
CommandLine:  delete + shadows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172968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ランサムウェア
の前兆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59936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59936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059936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15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059936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監査ポリシー変更
Security EID 4719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059936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AuditPolicyChanges:
Success/Failure removed
(かつ人間のアカウント)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059936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記録を止めた
瞬間の 1 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6904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946904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946904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102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946904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4946904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…\rundll32.exe
CommandLine:  comsvcs + MiniDump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946904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正規ツールの
悪用を見抜く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61304"/>
            <a:ext cx="11064240" cy="502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86130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共通の発想:  マルウェア本体は姿を変えられても、「ログ消去・復元点削除・監視停止・認証情報の窃取」は目的に直結し変えにくい。だから “行為そのもの” を見る。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 約 8,000 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CADCFC"/>
                </a:solidFill>
                <a:latin typeface="Calibri"/>
              </a:rPr>
              <a:t>実際の画面で動かしてみます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サンプルログを読み込み、調査の流れを見ていただきます。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約8,000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結果を読み解く GUI を
ゼロから開発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