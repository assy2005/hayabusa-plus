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本日は「OSS 解析エンジン Hayabusa の拡張による、誰でも使えるサイバー攻撃調査ツールの開発」というテーマで発表します。</a:t>
            </a:r>
          </a:p>
          <a:p>
            <a:r>
              <a:t>一言でいうと、プロの道具を“誰でも使える形”に作り変えた研究です。</a:t>
            </a:r>
          </a:p>
          <a:p>
            <a:r>
              <a:t>やったことは大きく 3 つ。①エンジン本体 (Rust) への新しい検知機能の追加、②攻撃を見抜く検知ルールの自作、③結果を読み解ける GUI の開発です。</a:t>
            </a:r>
          </a:p>
          <a:p>
            <a:r>
              <a:t>成果物はすべて GitHub で公開しています。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まず背景から。もし皆さんの会社がサイバー攻撃を受けたら、どうしますか。</a:t>
            </a:r>
          </a:p>
          <a:p>
            <a:r>
              <a:t>知りたいのは「どこから侵入されたか」「誰に何をされたか」「被害はどこまで広がったか」。しかもこれを“素早く”知る必要があります。対応が遅れるほど被害は広がるからです。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その答えは、実は Windows が残しているログの中にあります。ログオン、プロセス起動、通信 ── 攻撃の痕跡はすべて記録されている。</a:t>
            </a:r>
          </a:p>
          <a:p>
            <a:r>
              <a:t>ただ問題は“量”です。たった 1 台の PC でも数万件。これを人間が 1 件ずつ読むのは現実的に不可能で、専門家が時間をかけても見落とします。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そこで土台にしたのが、日本の Yamato Security が公開している無料ツール Hayabusa です。世界中の研究者が作った約 5,000 本の攻撃パターンと、数万件のログを数十秒で照合できる、実績あるツールです。</a:t>
            </a:r>
          </a:p>
          <a:p>
            <a:r>
              <a:t>ただ弱点があって、黒い画面でコマンドを打つ必要があり、結果は CSV 数万行、しかも英語と専門用語。「で、次どうすれば?」は教えてくれない。</a:t>
            </a:r>
          </a:p>
          <a:p>
            <a:r>
              <a:t>つまり“強力だが専門家にしか使えない”。ここを出発点にしました。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目的は明確で、この「専門家の道具」を「誰でも使える調査プラットフォーム」にすることです。</a:t>
            </a:r>
          </a:p>
          <a:p>
            <a:r>
              <a:t>方針は 3 つ。①見つける力を強くする (エンジン改造とルール自作)、②結果を読めるようにする (GUI)、③手元だけで完結させる (データを外に出さない・追加ソフト不要)。</a:t>
            </a:r>
          </a:p>
          <a:p>
            <a:r>
              <a:t>この 3 つが、この後の発表の章立てになります。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全体像です。グレーが既存の Hayabusa、青が私が開発した部分です。</a:t>
            </a:r>
          </a:p>
          <a:p>
            <a:r>
              <a:t>ログがエンジンで解析され、GUI を通して人が読む、という流れ。エンジンには中身を改造して新機能を追加し、下から「自作の検知ルール 13 本」と「悪いものリスト約 8 万件」を注ぎ込んでいます。GUI はゼロから自作しました。</a:t>
            </a:r>
          </a:p>
          <a:p>
            <a:r>
              <a:t>では順に説明します。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つ目、エンジン本体の改造です。Hayabusa の「ルールの書き方」自体を拡張しました。</a:t>
            </a:r>
          </a:p>
          <a:p>
            <a:r>
              <a:t>具体的には、ルールに 1 行「このリストに載っていたら警告して」と書ける lookup という機能を、Rust のソースコードに追加しました。</a:t>
            </a:r>
          </a:p>
          <a:p>
            <a:r>
              <a:t>これで世界中で共有されている悪性ハッシュや URL のリスト約 8 万件を、ルールを書き換えずにそのまま検知に使えます。このリストの出どころと処理の流れを、次のページで説明します。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 lookup の内部フローです。例として、悪用される脆弱ドライバの検知 (BYOVD) を追います。</a:t>
            </a:r>
          </a:p>
          <a:p>
            <a:r>
              <a:t>まず出どころは loldrivers.io。世界中の研究者が集めた“悪用されるドライバ”のハッシュ一覧です。これを取得してテキストに整形し、1,929 件のリストとして保存します。</a:t>
            </a:r>
          </a:p>
          <a:p>
            <a:r>
              <a:t>エンジンは起動時に一度だけこれをメモリに読み込み、あとはログ 1 件ごとに、ドライバ読込イベントのハッシュをこの表と照合。一致すれば攻撃の痕跡として critical で通知します。</a:t>
            </a:r>
          </a:p>
          <a:p>
            <a:r>
              <a:t>ポイントは、リストが増えても照合速度は一定で、リストを更新するだけで最新の脅威に追従できることです。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つ目、検知ルールを 13 本自作しました。</a:t>
            </a:r>
          </a:p>
          <a:p>
            <a:r>
              <a:t>着眼点は「攻撃者は必ず証拠隠しをする。なら、消す行為そのものを検知すればいい」。代表的な 4 つが、ログの消去、復元データの削除、監視の無効化、パスワードの抜き取りです。</a:t>
            </a:r>
          </a:p>
          <a:p>
            <a:r>
              <a:t>誤検知を減らすため、1 つの特徴では鳴らさず、複数の特徴が同時に揃ったときだけ警告する設計にしています。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では、これらが実際にログの“どこ”を見ているか。</a:t>
            </a:r>
          </a:p>
          <a:p>
            <a:r>
              <a:t>例えばログの消去なら、プロセス起動ログで wevtutil.exe が cl (クリア) 付きで実行されたかを見ます。復元データ削除なら vssadmin の delete shadows ── これはランサムウェアの前兆です。監視の無効化は監査ポリシー変更のイベント 4719、パスワード抜き取りは rundll32 が comsvcs と MiniDump を使ったか。</a:t>
            </a:r>
          </a:p>
          <a:p>
            <a:r>
              <a:t>共通しているのは、マルウェア本体は姿を変えられても、これらの“目的に直結した行為”は変えにくい、という点。だからそこを見るんです。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つ目、結果を読めるようにする GUI をゼロから開発しました。</a:t>
            </a:r>
          </a:p>
          <a:p>
            <a:r>
              <a:t>検知をクリックすると「何が起きて、次にどうするか」を日本語で表示。どの PC から調べるべきかを自動採点して並べ替え、全体像はグラフで俯瞰できます。</a:t>
            </a:r>
          </a:p>
          <a:p>
            <a:r>
              <a:t>右が実際の画面です。すべてブラウザで動き、データは外部に送りません。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さらに、ルールでは書けない「いつもと違う」も検出できるよう、統計分析を自作しました。</a:t>
            </a:r>
          </a:p>
          <a:p>
            <a:r>
              <a:t>急増、複数 PC への拡散、急に静かになる、時間外の活動、の 4 種類です。</a:t>
            </a:r>
          </a:p>
          <a:p>
            <a:r>
              <a:t>ルールは既知の手口に強い一方、振る舞い分析は“未知の手口への気づき”になる。両者を組み合わせるのが狙いです。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ここから実際の画面でお見せします。サンプルログを読み込んで、調査の流れを見ていただきます。</a:t>
            </a:r>
          </a:p>
          <a:p>
            <a:r>
              <a:t>(デモ: スキャン実行 → ダッシュボードで全体把握 → 検知の日本語解説 → ホスト別の危険度ランキング、の順に見せる)</a:t>
            </a:r>
          </a:p>
          <a:p>
            <a:r>
              <a:t>※ ライブが不調なときは、スライド中央の動画をクリックすれば同じ流れの録画 (約 38 秒・字幕つき) が再生されます。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研究として「で、効果は?」に答えるスライドです。</a:t>
            </a:r>
          </a:p>
          <a:p>
            <a:r>
              <a:t>核心の自作 lookup 拡張は、既知の悪用ドライバのハッシュを仕込んだ検証用ログで critical 検知を確認できました ── ルール本文を変えずに外部リスト側だけで検知できる、という仕組みの実証です。</a:t>
            </a:r>
          </a:p>
          <a:p>
            <a:r>
              <a:t>さらに公開されている攻撃サンプル 6 種を読み込ませると 5 種で脅威を検知。なおここでの発火は上流ルールと自作分の合算で、自作 13 ルールは対応する痕跡を含むログで鳴る設計、という点も正直に添えてあります。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まとめます。エンジンに lookup という新しい文法を追加し、検知ルールを 13 本自作、結果を読み解く GUI を新たに開発し、悪いものリスト約 8 万件を自動で取り込んで照合できるようにしました。</a:t>
            </a:r>
          </a:p>
          <a:p>
            <a:r>
              <a:t>今後は、時間の流れを追った相関分析 (「A の後に B が起きたら怪しい」) や、AI による検知ルールの自動生成に進めたいと考えています。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以上です。ありがとうございました。</a:t>
            </a:r>
          </a:p>
          <a:p>
            <a:r>
              <a:t>成果物はすべて GitHub で公開しているので、お手元の Windows PC のログでぜひ一度試してみてください。ご質問・フィードバックをお願いします。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(付録・Q&amp;A 用) 「13 本って具体的には?」と聞かれたら、このスライドを出してください。</a:t>
            </a:r>
          </a:p>
          <a:p>
            <a:r>
              <a:t>本編では代表的な 4 種類を紹介しましたが、実際は攻撃の流れに沿って 13 本を用意しています。「①外から入って動く → ②盗んで住み着く → ③監視を無力化 → ④証拠を消す」という順番で、それぞれの段階で出る特徴を捕まえます。</a:t>
            </a:r>
          </a:p>
          <a:p>
            <a:r>
              <a:t>赤が critical、橙が high です。気になるルールがあれば個別に説明できます。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発表者: （氏名）   ・   所属: （学科 / 研究室）   ・   2026-06-18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402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56489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8950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- name: lol_drivers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141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  file: loldrivers.txt  # 悪い指紋 1,929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53872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863339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18795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↑ 追加した新しい文法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5125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517550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この「悪い指紋リスト」は世界中の研究者が集めた公開情報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(例: loldrivers.io の悪用ドライバ一覧)。出どころと処理の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86130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流れは次ページで説明します。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開発内容① の中身   (内部フロー)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lookup の内部フロー — リストはどこから来て、どう照合されるか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具体例: 「悪用される脆弱ドライバの読み込み (BYOVD)」を検知するまでの流れ。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loldrivers.io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世界中の研究者が集めた
「悪用される脆弱ドライバ」の
ハッシュ一覧 (誰でも入手可・無料)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出どころ (Source)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03904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取得して整形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CSV を取得し、1 行 1 ハッシュの
テキストに変換して保存する
(GUI のボタン 1 つで実行)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→ loldrivers.txt (1,929 件)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71231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起動時に記憶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エンジン起動時に一度だけ読み込み、
メモリ上の高速な表に保持する
(RwLock&lt;HashMap&gt;)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Rust・読み込みは起動時の 1 回だけ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97880" y="4069080"/>
            <a:ext cx="411480" cy="384048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1D4ED8"/>
                </a:solidFill>
                <a:latin typeface="Calibri"/>
              </a:rPr>
              <a:t>スキャン実行中 — ログを 1 件ずつ処理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0" y="45262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132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ログ 1 件ごとに照合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Sysmon EID 6 (ドライバ読込) の
ハッシュを、記憶した表と突合。
1 件あたりほぼ一瞬 (O(1))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650992" y="502920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8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45262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DC2626"/>
                </a:solidFill>
                <a:latin typeface="Calibri"/>
              </a:rPr>
              <a:t>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DC2626"/>
                </a:solidFill>
                <a:latin typeface="Cambria"/>
              </a:rPr>
              <a:t>一致したら critical 通知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既知の悪用ドライバが読み込まれた
= BYOVD 攻撃の痕跡。
最高レベル (critical) で警告。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ポイント:  リストが何万件に増えても照合速度は一定。ルール本文は 1 行のまま、リスト側を更新するだけで最新の脅威に追従できる。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開発内容② の中身   (検知のしくみ)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ルールが実際に「見ている」もの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攻撃者が必ず行う「証拠隠し・準備」を、ログのどの項目で捕まえているか。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検知する行為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見るログ (種類)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385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注目する手がかり (ログの項目)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9385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ひとこと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86000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414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86000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 / Security 4688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286000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…\wevtutil.exe
CommandLine:  " cl " (=消去)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286000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消すコマンド
自体がログに残る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72968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172968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850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172968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172968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…\vssadmin.exe 等
CommandLine:  delete + shadows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172968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ランサムウェア
の前兆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59936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59936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059936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153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059936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監査ポリシー変更
Security EID 4719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059936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AuditPolicyChanges:
Success/Failure removed
(かつ人間のアカウント)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059936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記録を止めた
瞬間の 1 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6904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946904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4946904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5102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4946904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4946904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…\rundll32.exe
CommandLine:  comsvcs + MiniDump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946904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正規ツールの
悪用を見抜く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61304"/>
            <a:ext cx="11064240" cy="502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86130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F2937"/>
                </a:solidFill>
                <a:latin typeface="Calibri"/>
              </a:rPr>
              <a:t>共通の発想:  マルウェア本体は姿を変えられても、「ログ消去・復元点削除・監視停止・認証情報の窃取」は目的に直結し変えにくい。だから “行為そのもの” を見る。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📏 ルールによる検知 (既存の方法)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事前に知っている「悪い特徴」と一致したら警告。
既に知られている手口には確実で強い。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5257800"/>
            <a:ext cx="16459" cy="914400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D4ED8"/>
                </a:solidFill>
                <a:latin typeface="Calibri"/>
              </a:rPr>
              <a:t>📈 振舞いによる検知 (今回自作した分析)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「普段との違い」に反応して知らせる。
ルールがまだ無い未知の手口への「気づき」になる。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評価 (実測)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検証 — 実際に検知できるか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86400" cy="4160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73152" cy="41605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D4ED8"/>
                </a:solidFill>
                <a:latin typeface="Cambria"/>
              </a:rPr>
              <a:t>① 自作エンジン拡張 (lookup) の検証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既知の「悪用ドライバ」ハッシュを仕込んだ
検証用ログ (Sysmon EID 6) を解析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91839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→ ルール本文は 1 行も変えず、外部 IoC
   リスト側だけで照合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60520"/>
            <a:ext cx="4846320" cy="96012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27939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実測結果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5371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D3FC"/>
                </a:solidFill>
                <a:latin typeface="Consolas"/>
              </a:rPr>
              <a:t>level = 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463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BD5E1"/>
                </a:solidFill>
                <a:latin typeface="Consolas"/>
              </a:rPr>
              <a:t>rule  = LOLDrivers hash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6A34A"/>
                </a:solidFill>
                <a:latin typeface="Calibri"/>
              </a:rPr>
              <a:t>→ IoC リストを取り込んで検知できることを実証 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5376672" cy="4160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73152" cy="41605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② 公開攻撃サンプルでの検知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3957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ログ消去 (Security 1102)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52760" y="2414016"/>
            <a:ext cx="868680" cy="310896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52760" y="24140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8529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ポートフォワード (netsh/RDP)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52760" y="2871216"/>
            <a:ext cx="868680" cy="310896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52760" y="28712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3101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バインドシェル / DLL ハイジャック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52760" y="3328416"/>
            <a:ext cx="868680" cy="310896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52760" y="33284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673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プロセス注入 (Meterpreter)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52760" y="3785615"/>
            <a:ext cx="868680" cy="310896"/>
          </a:xfrm>
          <a:prstGeom prst="round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52760" y="3785615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2245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DLL サイドローディング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52760" y="4242816"/>
            <a:ext cx="868680" cy="310896"/>
          </a:xfrm>
          <a:prstGeom prst="round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52760" y="42428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754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検証した 6 サンプル中 5 種で脅威を検知（最大 high）。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5138928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※ ここでの発火は上流 Sigma ルールと自作分の合算。自作の 13 ルールは対応する痕跡（Sysmon EID 1 の wevtutil 等）を含むログで発火する設計。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1" i="0">
                <a:solidFill>
                  <a:srgbClr val="1D4ED8"/>
                </a:solidFill>
                <a:latin typeface="Calibri"/>
              </a:rPr>
              <a:t>実際のログを読み込ませ、平文ではなく検知として浮かび上がることを確認。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pic>
        <p:nvPicPr>
          <p:cNvPr id="4" name="hayabusa-plus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55367" y="1417320"/>
            <a:ext cx="7680960" cy="4320540"/>
          </a:xfrm>
          <a:prstGeom prst="rect">
            <a:avLst/>
          </a:prstGeom>
          <a:ln w="12700">
            <a:solidFill>
              <a:srgbClr val="CADCF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CADCFC"/>
                </a:solidFill>
                <a:latin typeface="Calibri"/>
              </a:rPr>
              <a:t>▶ クリックで再生 — 実際の画面の録画 (約 38 秒・字幕つき)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GUI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ゼロから開発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結果を日本語で読み解く
調査画面を自作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Q&amp;A 用   — 攻撃の流れに沿って整理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付録: 同梱している検知ルール 13 本</a:t>
            </a:r>
          </a:p>
        </p:txBody>
      </p:sp>
      <p:sp>
        <p:nvSpPr>
          <p:cNvPr id="5" name="Oval 4"/>
          <p:cNvSpPr/>
          <p:nvPr/>
        </p:nvSpPr>
        <p:spPr>
          <a:xfrm>
            <a:off x="8275320" y="502920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85632" y="4572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critical (最重要)</a:t>
            </a:r>
          </a:p>
        </p:txBody>
      </p:sp>
      <p:sp>
        <p:nvSpPr>
          <p:cNvPr id="7" name="Oval 6"/>
          <p:cNvSpPr/>
          <p:nvPr/>
        </p:nvSpPr>
        <p:spPr>
          <a:xfrm>
            <a:off x="10149840" y="502920"/>
            <a:ext cx="146304" cy="14630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457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high (重要)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① 外から入る・動く・つながる</a:t>
            </a:r>
          </a:p>
        </p:txBody>
      </p:sp>
      <p:sp>
        <p:nvSpPr>
          <p:cNvPr id="12" name="Oval 11"/>
          <p:cNvSpPr/>
          <p:nvPr/>
        </p:nvSpPr>
        <p:spPr>
          <a:xfrm>
            <a:off x="822959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既知のマルウェアそのものが実行された (MalwareBazaar 照合)</a:t>
            </a:r>
          </a:p>
        </p:txBody>
      </p:sp>
      <p:sp>
        <p:nvSpPr>
          <p:cNvPr id="14" name="Oval 13"/>
          <p:cNvSpPr/>
          <p:nvPr/>
        </p:nvSpPr>
        <p:spPr>
          <a:xfrm>
            <a:off x="822959" y="2889503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指令サーバ (C2) として知られる場所への通信 (URLhaus 照合)</a:t>
            </a:r>
          </a:p>
        </p:txBody>
      </p:sp>
      <p:sp>
        <p:nvSpPr>
          <p:cNvPr id="16" name="Oval 15"/>
          <p:cNvSpPr/>
          <p:nvPr/>
        </p:nvSpPr>
        <p:spPr>
          <a:xfrm>
            <a:off x="822959" y="3273551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正規ツール certutil を悪用して外部からファイルを取得</a:t>
            </a:r>
          </a:p>
        </p:txBody>
      </p:sp>
      <p:sp>
        <p:nvSpPr>
          <p:cNvPr id="18" name="Oval 17"/>
          <p:cNvSpPr/>
          <p:nvPr/>
        </p:nvSpPr>
        <p:spPr>
          <a:xfrm>
            <a:off x="822959" y="3657599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" y="3593591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悪用が知られた脆弱ドライバの読み込み (LOLDrivers 照合)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91072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② 盗む・住み着く</a:t>
            </a:r>
          </a:p>
        </p:txBody>
      </p:sp>
      <p:sp>
        <p:nvSpPr>
          <p:cNvPr id="23" name="Oval 22"/>
          <p:cNvSpPr/>
          <p:nvPr/>
        </p:nvSpPr>
        <p:spPr>
          <a:xfrm>
            <a:off x="6565392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ログイン情報の抜き取り (LSASS のメモリダンプ)</a:t>
            </a:r>
          </a:p>
        </p:txBody>
      </p:sp>
      <p:sp>
        <p:nvSpPr>
          <p:cNvPr id="25" name="Oval 24"/>
          <p:cNvSpPr/>
          <p:nvPr/>
        </p:nvSpPr>
        <p:spPr>
          <a:xfrm>
            <a:off x="6565392" y="2889503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書き換え可能な場所のプログラムをサービス登録して常駐</a:t>
            </a:r>
          </a:p>
        </p:txBody>
      </p:sp>
      <p:sp>
        <p:nvSpPr>
          <p:cNvPr id="27" name="Oval 26"/>
          <p:cNvSpPr/>
          <p:nvPr/>
        </p:nvSpPr>
        <p:spPr>
          <a:xfrm>
            <a:off x="6565392" y="3273551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WMI で「出来事をきっかけに自動起動」を仕込む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③ 監視を無力化する</a:t>
            </a:r>
          </a:p>
        </p:txBody>
      </p:sp>
      <p:sp>
        <p:nvSpPr>
          <p:cNvPr id="32" name="Oval 31"/>
          <p:cNvSpPr/>
          <p:nvPr/>
        </p:nvSpPr>
        <p:spPr>
          <a:xfrm>
            <a:off x="822959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PowerShell のウイルス検査 (AMSI) を無力化</a:t>
            </a:r>
          </a:p>
        </p:txBody>
      </p:sp>
      <p:sp>
        <p:nvSpPr>
          <p:cNvPr id="34" name="Oval 33"/>
          <p:cNvSpPr/>
          <p:nvPr/>
        </p:nvSpPr>
        <p:spPr>
          <a:xfrm>
            <a:off x="822959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2416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ログ記録サービスそのものを停止・無効化</a:t>
            </a:r>
          </a:p>
        </p:txBody>
      </p:sp>
      <p:sp>
        <p:nvSpPr>
          <p:cNvPr id="36" name="Oval 35"/>
          <p:cNvSpPr/>
          <p:nvPr/>
        </p:nvSpPr>
        <p:spPr>
          <a:xfrm>
            <a:off x="822959" y="5605272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監査設定から記録項目を外して “見えなく” する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91072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47104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④ 証拠を消す</a:t>
            </a:r>
          </a:p>
        </p:txBody>
      </p:sp>
      <p:sp>
        <p:nvSpPr>
          <p:cNvPr id="41" name="Oval 40"/>
          <p:cNvSpPr/>
          <p:nvPr/>
        </p:nvSpPr>
        <p:spPr>
          <a:xfrm>
            <a:off x="6565392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wevtutil などでイベントログをまるごと消去</a:t>
            </a:r>
          </a:p>
        </p:txBody>
      </p:sp>
      <p:sp>
        <p:nvSpPr>
          <p:cNvPr id="43" name="Oval 42"/>
          <p:cNvSpPr/>
          <p:nvPr/>
        </p:nvSpPr>
        <p:spPr>
          <a:xfrm>
            <a:off x="6565392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4848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監査を変えた直後にログ消去、という “合わせ技”</a:t>
            </a:r>
          </a:p>
        </p:txBody>
      </p:sp>
      <p:sp>
        <p:nvSpPr>
          <p:cNvPr id="45" name="Oval 44"/>
          <p:cNvSpPr/>
          <p:nvPr/>
        </p:nvSpPr>
        <p:spPr>
          <a:xfrm>
            <a:off x="6565392" y="5605272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4848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復元用スナップショットの削除 (ランサムの前兆)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①  立ち位置・差分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既存の Hayabusa と何が違うの?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検知エンジンに lookup 文法を追加し、攻撃を見抜くルールを 13 本自作。さらに結果を日本語で読み解く GUI、振る舞い分析、IoC の自動取り込みを足した。土台の検知力は活かしつつ「専門家でなくても使える形」にしたのが差分。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SIEM や商用 EDR と何が違うの?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導入ゼロ・オフライン・無料で、PC 1 台に展開すればすぐ動く。大規模な常時監視ではなく「インシデント時に手元で素早く調べる」用途に振り切っている。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Sigma ルールはそのまま使える? 独自拡張で互換は壊れない?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世界共通の Sigma 約 5,000 本に加え、自作 13 本が使える。lookup は独自拡張だが、上流の Hayabusa は知らない記法を無視するだけなので互換は壊れない。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②  精度・性能・運用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誤検知は多くならないの?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単一の特徴では鳴らさず複数条件の AND で判定。各ルールに誤検知例を明記し、ゴールデンイメージの許可リストや、GUI 上での TP/FP 判定・抑制で運用しながら絞り込める。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速度や扱える規模は?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Rust 製で数万件を数十秒。lookup は起動時に 1 回だけリストを読み込み O(1) で照合するため、リストが増えても速度はほぼ一定（本デモでも 1.2 万件超を処理）。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IoC リストはどうやって最新に保つ?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feeds.yml に宣言し、ボタン 1 つで取得・正規化 (loldrivers / MalwareBazaar / URLhaus / Feodo)。取得失敗時は前回分を保持し、カバレッジを空にしない設計。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③  安全性・未知の攻撃・今後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データは外部に送られない? 安全?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localhost 限定バインドで外部送信なし、追加ソフトも不要。自 PC のライブ解析は管理者権限＋明示チェック時のみ。DNS リバインドや CSRF への対策も実装済み。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未知の攻撃 (ゼロデイ) は検知できる?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ルールは既知の手口に強い。未知は振る舞い分析（急増・拡散・沈黙・時間外）で「いつもと違う」を拾う、という二段構えでカバーする。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今後の発展は?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時間の流れを追った相関分析（「A の後に B が起きたら怪しい」）や、AI による検知ルールの自動生成へ。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